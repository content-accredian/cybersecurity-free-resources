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XzavWV/F2eQ5zik/V9SpSmJC0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ccredian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ccredian.co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CYBER INSURANCE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Worth It or Not?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2606040"/>
            <a:ext cx="27432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9FF"/>
                </a:solidFill>
                <a:latin typeface="Calibri"/>
                <a:ea typeface="Calibri"/>
                <a:cs typeface="Calibri"/>
                <a:sym typeface="Calibri"/>
              </a:rPr>
              <a:t>Making Informed Decisions About Cyber Risk Protection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74320" y="4663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The Rising Cyber Threat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" y="1097280"/>
            <a:ext cx="77724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Cyberattacks increased 73% in 2023-2024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cost of a data breach: $4.45 million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Ransomware attacks target businesses of all sizes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SMBs are increasingly targeted by attackers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penalties for data protection failures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What is Cyber Insurance?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Coverage Includes: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640080" y="173736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breach response costs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interruption losses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Notification &amp; legal fees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Extortion/ransom support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Network downtime liability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Does NOT Cover: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0" y="1737360"/>
            <a:ext cx="34747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Negligence or lack of security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Pre-existing vulnerabilities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Failure to maintain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War or terrorism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Intentional criminal 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The Financial Impact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57200" y="1188720"/>
            <a:ext cx="2103120" cy="2286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57200" y="1463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$1.23M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8640" y="219456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Detection &amp;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926080" y="1188720"/>
            <a:ext cx="2103120" cy="2286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926080" y="1463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$850K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017520" y="219456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Legal &amp; Compliance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394960" y="1188720"/>
            <a:ext cx="2103120" cy="2286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394960" y="1463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$680K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86400" y="219456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Notification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498080" y="1188720"/>
            <a:ext cx="2103120" cy="2286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498080" y="14630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$1.70M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589520" y="2194560"/>
            <a:ext cx="1920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Lost Revenue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Average Breach Cost: $4.45 Million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PROS: Why You Should Consider 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48640" y="109728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77240" y="109728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Financial Protection: Covers catastrophic costs that could bankrupt smaller firms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8640" y="164592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77240" y="164592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Incident Response: Access to expert forensic teams and legal counsel 24/7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219456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77240" y="219456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Continuity: Coverage for lost revenue during system downtime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48640" y="274320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77240" y="274320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Liability Shield: Protection against third-party lawsuits and regulatory fines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48640" y="329184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77240" y="329184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Reputation Repair: Funds for public relations and customer communication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48640" y="3840480"/>
            <a:ext cx="4572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777240" y="384048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Compliance Assistance: Help meeting regulatory requirements (GDPR, HIPAA, etc.)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CONS: When It May Not Be Worth 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109728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777240" y="109728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 Premiums: Monthly costs can be significant (especially for high-risk industries)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48640" y="164592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777240" y="164592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Limited Coverage: Gaps in protection if you don't maintain security standards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48640" y="219456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77240" y="219456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Claim Denials: Insurance companies may deny claims for non-compliance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274320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777240" y="274320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Deductibles: High out-of-pocket costs before coverage kicks 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48640" y="329184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77240" y="329184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Pre-Incident Audits: Underwriters may impose expensive security requirements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3840480"/>
            <a:ext cx="45720" cy="3657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777240" y="3840480"/>
            <a:ext cx="7909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Won't Prevent Breaches: Insurance covers aftermath, not prevention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Who Needs Cyber Insurance?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" y="12344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2103120" y="123444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Healthcare, Finance, Legal firms handling sensitive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21488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2103120" y="214884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E-commerce, Tech companies, Remote-heavy organizations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40080" y="306324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2103120" y="3063240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SMBs with customer data, Cloud service providers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2B5E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D2B5E"/>
                </a:solidFill>
                <a:latin typeface="Calibri"/>
                <a:ea typeface="Calibri"/>
                <a:cs typeface="Calibri"/>
                <a:sym typeface="Calibri"/>
              </a:rPr>
              <a:t>Making the Decision: Key Questions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914400" y="1188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sensitive is your customer data?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914400" y="16459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would a security incident cost you?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914400" y="21031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 you afford a million-dollar breach alone?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914400" y="2560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are your industry compliance requirements?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How robust is your current security infrastructure?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your risk tolerance?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Best Practices: Insurance or Not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0080" y="114300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40080" y="11430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1005840" y="10972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Multi-factor authentication (MFA) everywhere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0080" y="164592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40080" y="164592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005840" y="16002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Regular security audits and penetration testing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40080" y="214884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0080" y="214884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05840" y="21031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Employee cybersecurity training (annual minimum)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" y="265176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40080" y="26517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05840" y="26060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Incident response plan &amp; tested backups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40080" y="31546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05840" y="31089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Zero-trust architecture implementation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40080" y="365760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005840" y="36118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encryption for sensitive information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274320" y="46634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2743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Learn Data Science, AI, Product &amp; 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B5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The Verdict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914400" y="1737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Cyber insurance is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2743200" y="1737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NOT a replacement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2743200" y="2057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strong cybersecurity practices.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It's a </a:t>
            </a: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safety net</a:t>
            </a: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for businesses with significant data exposure and financial risk.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For SMBs: Strong security practices first, then evaluate insurance.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74320" y="4663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Accredian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16618" y="4754875"/>
            <a:ext cx="87783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49093" y="4914773"/>
            <a:ext cx="87783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4D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50" u="sng" cap="none" strike="noStrike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2026-04-09T12:16:35Z</dcterms:created>
  <dc:creator>Accredian</dc:creator>
</cp:coreProperties>
</file>