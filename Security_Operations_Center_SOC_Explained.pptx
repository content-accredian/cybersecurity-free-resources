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uXAUbVcHa3hYbbD9ZCKD3pioP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credian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ccredian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ccredian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ccredian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ccredian.co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ccredian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ccredian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ccredian.co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ccredian.co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ccredian.com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ccredia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Operations Center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SOC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286000" y="2514600"/>
            <a:ext cx="4572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The Hub of Cybersecurity Monitoring and 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24/7 Threat Detection, Prevention, and 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is a Security Operations Center?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22960" y="10058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SOC is a centralized unit that monitors, detects, analyzes, and responds to cybersecurity incidents on an organization's networks and systems.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22960" y="18745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 Characteristics: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97280" y="224028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24/7/365 monitoring and surveillance of all IT infrastructure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97280" y="271576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detection and analysis of security threats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97280" y="3191256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Rapid incident response and containment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97280" y="366674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Collaboration between security professionals and teams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4142232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Integration of multiple security tools and platforms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67320" y="4500525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2296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463040" y="109728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 Structure &amp;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22960" y="16642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463040" y="1664208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 Roles &amp; Responsibilities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22960" y="2231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463040" y="2231136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 Capabilities &amp; Functions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22960" y="2798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463040" y="279806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 Maturity Levels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22960" y="3364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463040" y="3364992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Technologies &amp;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463040" y="393192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Benefits &amp; Challenges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Structure &amp; Components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22960" y="10972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1005840" y="11430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Monitoring &amp;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05840" y="13716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observation of networks, systems, and user activities using security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22960" y="17830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005840" y="18288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Threat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05840" y="20574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 investigation of alerts and events to determine severity and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22960" y="24688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05840" y="25146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Incident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05840" y="27432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Coordinated actions to contain, eliminate, and recover from security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22960" y="31546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05840" y="32004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Threat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5840" y="34290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Collection and analysis of threat data to understand adversary tactics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22960" y="38404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005840" y="38862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Vulnerability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005840" y="41148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Identification and remediation of security weaknesses in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Roles &amp; Responsibilities (Part 1)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22960" y="109728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005840" y="117043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Manager/Director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005840" y="144475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Oversees SOC operations, manages team, sets policies and procedures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22960" y="196596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1005840" y="203911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Security Analyst (Tier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05840" y="231343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Monitors alerts, performs initial triage, escalates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22960" y="283464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005840" y="290779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Security Analyst (Tier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005840" y="318211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 analysis of incidents, investigations, threat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005840" y="377647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Security Analyst (Tier 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005840" y="4050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Advanced threat hunting, reverse engineering, expertise 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Roles &amp; Responsibilities (Part 2)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22960" y="109728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005840" y="117043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Incident Response Coordinator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005840" y="144475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Manages incident escalations, coordinates response teams, tracks mitigation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22960" y="196596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1005840" y="203911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Threat Intelligence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05840" y="231343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Gathers and analyzes threat intelligence, updates threat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22960" y="283464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005840" y="290779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SIEM/Tool Administrator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005840" y="318211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Maintains security tools, updates rules, ensures platform availability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005840" y="377647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Forensics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005840" y="4050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Conducts post-incident analysis, collects evidence, supports investigations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Capabilities &amp; Functions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822960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Primary Capabilities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0058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Threat &amp; Event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058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Incident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 Triage &amp; Correlation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058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Incident Investigation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Secondary Capabilities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1206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Threat Hunting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1206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Vulnerability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1206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Compliance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1206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Posture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22960" y="3566160"/>
            <a:ext cx="78638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22960" y="3703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Core Function: Transform security data into actionable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Maturity Levels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822960" y="10972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005840" y="11430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Level 1: Initial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005840" y="13716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Basic monitoring, ad-hoc processes, limited tools and staff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22960" y="17830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005840" y="18288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Level 2: Managed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05840" y="20574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Documented procedures, basic alerting, growing team capabilities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22960" y="24688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005840" y="25146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Level 3: Defined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005840" y="27432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Standardized processes, advanced tools, trained analysts, defined workflows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22960" y="31546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005840" y="32004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Level 4: Predictive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005840" y="34290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Threat hunting, advanced analytics, intelligence-driven operations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22960" y="38404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005840" y="38862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Level 5: Optimized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005840" y="41148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Fully automated, AI-driven, continuous improvement, proactive defense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Operational Flow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68680" y="1188720"/>
            <a:ext cx="1508760" cy="457200"/>
          </a:xfrm>
          <a:prstGeom prst="rect">
            <a:avLst/>
          </a:prstGeom>
          <a:solidFill>
            <a:srgbClr val="16213E"/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868680" y="123444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914400" y="1481328"/>
            <a:ext cx="14173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Gather security data from all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395728" y="1389888"/>
            <a:ext cx="137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2560320" y="1188720"/>
            <a:ext cx="1508760" cy="457200"/>
          </a:xfrm>
          <a:prstGeom prst="rect">
            <a:avLst/>
          </a:prstGeom>
          <a:solidFill>
            <a:srgbClr val="16213E"/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2560320" y="123444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606040" y="1481328"/>
            <a:ext cx="14173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Process and analyze collected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087368" y="1389888"/>
            <a:ext cx="137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251960" y="1188720"/>
            <a:ext cx="1508760" cy="457200"/>
          </a:xfrm>
          <a:prstGeom prst="rect">
            <a:avLst/>
          </a:prstGeom>
          <a:solidFill>
            <a:srgbClr val="16213E"/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251960" y="123444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297680" y="1481328"/>
            <a:ext cx="14173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Identify threats and anomalies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779008" y="1389888"/>
            <a:ext cx="137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943600" y="1188720"/>
            <a:ext cx="1508760" cy="457200"/>
          </a:xfrm>
          <a:prstGeom prst="rect">
            <a:avLst/>
          </a:prstGeom>
          <a:solidFill>
            <a:srgbClr val="16213E"/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943600" y="123444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989320" y="1481328"/>
            <a:ext cx="14173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Take action to contain and remediate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470648" y="1389888"/>
            <a:ext cx="137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7635240" y="1188720"/>
            <a:ext cx="1508760" cy="457200"/>
          </a:xfrm>
          <a:prstGeom prst="rect">
            <a:avLst/>
          </a:prstGeom>
          <a:solidFill>
            <a:srgbClr val="16213E"/>
          </a:solidFill>
          <a:ln cap="flat" cmpd="sng" w="254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7635240" y="123444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680960" y="1481328"/>
            <a:ext cx="141732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Learn and optimize processes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22960" y="19202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Detailed Process: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97280" y="233172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Data Collection - SIEM, firewalls, IDS/IPS, endpoints, cloud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97280" y="274320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Alert Generation - Rules and signatures trigger on suspicious activity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097280" y="315468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Analyst Review - Tier 1 analysts triage and prioritize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97280" y="356616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Investigation - Deeper analysis, log correlation, context gathering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097280" y="39776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Response Actions - Containment, blocking, isolation, remediation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097280" y="438912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Documentation - Logging incident details for future reference and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SIEM: The Heart of the SOC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822960" y="1005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SIEM (Security Information and Event Management)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822960" y="132588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platform that collects, aggregates, and analyzes security logs and events from across an organization's IT infrastructure in real-time.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22960" y="20116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 SIEM Functions: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097280" y="237744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 Collection - Gathers logs from all network devices and applications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097280" y="285292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 Parsing - Extracts and normalizes data from various log formats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097280" y="3328416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Event Correlation - Links related events to identify patterns and incidents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097280" y="380390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Alerting - Generates alerts based on predefined rules and thresholds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097280" y="4279392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Dashboards &amp; Reporting - Visualizes security metrics and compliance 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Technologies &amp; Tools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822960" y="1097280"/>
            <a:ext cx="7863840" cy="66751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005840" y="114300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1005840" y="138988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Splunk, Microsoft Sentinel, IBM QRadar, Elastic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22960" y="1810512"/>
            <a:ext cx="7863840" cy="66751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1005840" y="1856232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IDS/IPS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005840" y="210312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Suricata, Snort, Zeek, Cisco ASA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822960" y="2523744"/>
            <a:ext cx="7863840" cy="66751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1005840" y="2569464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Endpoint Protection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005840" y="2816352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CrowdStrike, Microsoft Defender, Sophos, Trend Micro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22960" y="3236976"/>
            <a:ext cx="7863840" cy="66751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005840" y="3282696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Threat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005840" y="3529584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MISP, Anomali, Recorded Future, AlienVault OTX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822960" y="3950208"/>
            <a:ext cx="7863840" cy="667512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1005840" y="399592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Ticketing &amp; Orchestration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005840" y="4242816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Jira, ServiceNow, Swimlane, Cortex XSOAR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Incident Response Process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822960" y="1097280"/>
            <a:ext cx="731520" cy="5212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822960" y="1097280"/>
            <a:ext cx="7315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645920" y="1143000"/>
            <a:ext cx="7040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Preparation - Set up tools, create playbooks, train 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22960" y="1664208"/>
            <a:ext cx="731520" cy="5212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822960" y="1664208"/>
            <a:ext cx="7315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645920" y="1709928"/>
            <a:ext cx="7040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Detection &amp; Analysis - Identify incident, gather context, classify severity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822960" y="2231136"/>
            <a:ext cx="731520" cy="5212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822960" y="2231136"/>
            <a:ext cx="7315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645920" y="2276856"/>
            <a:ext cx="7040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Containment - Stop spread, isolate systems, prevent further damage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22960" y="2798064"/>
            <a:ext cx="731520" cy="5212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822960" y="2798064"/>
            <a:ext cx="7315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1645920" y="2843784"/>
            <a:ext cx="7040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Eradication - Remove malware, patch vulnerabilities, fix root cause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822960" y="3364992"/>
            <a:ext cx="731520" cy="5212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822960" y="3364992"/>
            <a:ext cx="7315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645920" y="3410712"/>
            <a:ext cx="7040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Recovery - Restore systems, validate functionality, monitor closely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822960" y="3931920"/>
            <a:ext cx="731520" cy="5212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822960" y="3931920"/>
            <a:ext cx="7315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1645920" y="3977640"/>
            <a:ext cx="7040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Post-Incident - Review lessons learned, update defenses, improve processes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Threat Hunting in SOC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822960" y="1005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822960" y="132588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Proactive searching through networks and systems to discover threats that automated tools may have missed. Goes beyond reactive incident response.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22960" y="20116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Threat Hunting Approaches: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822960" y="23774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Intelligence-Driven Hunting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00584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Based on threat intel and indicators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005840" y="3108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Searches for known attack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005840" y="3520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Looks for suspicious command sequences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937760" y="2377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Behavioral Hunting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12064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Searches for unusual behaviors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120640" y="3108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Analyzes deviations from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120640" y="3520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Detects potential zero-day exploits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822960" y="3931920"/>
            <a:ext cx="78638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822960" y="40690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Benefit: Catches sophisticated threats before they cause significant damage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Deployment Models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822960" y="10972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In-House SOC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1097280" y="137160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Pros: Full control, ownership of data, customization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097280" y="1627632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3366"/>
                </a:solidFill>
                <a:latin typeface="Calibri"/>
                <a:ea typeface="Calibri"/>
                <a:cs typeface="Calibri"/>
                <a:sym typeface="Calibri"/>
              </a:rPr>
              <a:t>Cons: High costs, staffing challenges, expertise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822960" y="196596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Outsourced SOC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097280" y="224028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Pros: Cost-effective, 24/7 monitoring, expert 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1097280" y="2496312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3366"/>
                </a:solidFill>
                <a:latin typeface="Calibri"/>
                <a:ea typeface="Calibri"/>
                <a:cs typeface="Calibri"/>
                <a:sym typeface="Calibri"/>
              </a:rPr>
              <a:t>Cons: Less control, potential latency, data privacy concerns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822960" y="283464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Hybrid SOC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1097280" y="310896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Pros: Balances cost and control, flexible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097280" y="3364992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3366"/>
                </a:solidFill>
                <a:latin typeface="Calibri"/>
                <a:ea typeface="Calibri"/>
                <a:cs typeface="Calibri"/>
                <a:sym typeface="Calibri"/>
              </a:rPr>
              <a:t>Cons: Complex management, coordination challenges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822960" y="370332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Virtual/Cloud SOC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1097280" y="397764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Pros: Scalable, flexible, accessible remotely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097280" y="4233672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3366"/>
                </a:solidFill>
                <a:latin typeface="Calibri"/>
                <a:ea typeface="Calibri"/>
                <a:cs typeface="Calibri"/>
                <a:sym typeface="Calibri"/>
              </a:rPr>
              <a:t>Cons: Dependency on cloud provider, connectivity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Metrics &amp; Key Performance Indicators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822960" y="10972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1005840" y="11430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Mean Time to Detect (MTTD)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005840" y="13716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time to identify a security incident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822960" y="17830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1005840" y="18288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Mean Time to Respond (MTTR)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1005840" y="20574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time from detection to response initiation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822960" y="24688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1005840" y="25146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Alert Resolution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1005840" y="27432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Percentage of alerts successfully resolved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822960" y="31546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1005840" y="32004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Incident Closure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1005840" y="34290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time to completely close security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822960" y="3840480"/>
            <a:ext cx="7863840" cy="640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1005840" y="3886200"/>
            <a:ext cx="7498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False Positive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1005840" y="411480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Percentage of alerts that are not actual threats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Challenges &amp; Solutions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822960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36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3366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10058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 fatigue and false positives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10058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Talent shortage in cybersecurity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10058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 complexity and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10058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operational costs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005840" y="3319272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Keeping up with threat evolution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51206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Tune rules, implement ML, prioritize alerts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51206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Training programs, partnerships, automation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51206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SOAR platforms, orchestration, consolidation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51206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SOC, managed services, automation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5120640" y="3319272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Threat intel, training, tool updates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 Best Practices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822960" y="109728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Implement layered security with defense in depth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822960" y="1572768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Establish clear incident response procedures and playbooks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822960" y="2048256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Automate repetitive tasks using SOAR and orchestration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822960" y="2523744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Conduct regular training and certifications for team 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822960" y="2999232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Integrate threat intelligence into detection processes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822960" y="34747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Monitor and measure SOC effectiveness with KPIs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822960" y="3950208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7. Maintain documentation and lessons learned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Future of SOC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822960" y="1005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Emerging Trends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1097280" y="141732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&amp; Machine Learning - Automated threat detection and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1097280" y="189280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Cloud-Native SOC - Monitoring cloud environments and container orchestration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1097280" y="2368296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Zero Trust Architecture - Continuous verification and microsegmentation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1097280" y="284378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Extended SOC (XSOCs) - Integration with vulnerability management and threat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1097280" y="3319272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Orchestration (SOAR) - Automation of repetitive tasks and playbooks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1097280" y="379476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Deception Technology - Honeypots and decoys to detect sophisticated attackers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2286000" y="1097280"/>
            <a:ext cx="4572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SOC is the 24/7 nerve center for threat detection and 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914400" y="199339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Requires skilled analysts, advanced tools, and documented processes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914400" y="2615184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Maturity progression is a journey, not a destination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914400" y="3236976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Automation and AI are transforming SOC operations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914400" y="385876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Investment in SOC provides measurable security improvement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2026-03-27T10:29:46Z</dcterms:created>
  <dc:creator>Accredian</dc:creator>
</cp:coreProperties>
</file>